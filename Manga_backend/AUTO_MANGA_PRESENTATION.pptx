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AUTO-MANGA 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Manga Generation System</a:t>
            </a:r>
          </a:p>
          <a:p/>
          <a:p>
            <a:r>
              <a:t>LangGraph • Google Gemini • Stable Diffusion • FastAPI •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⏱️ Manual manga creation: Days to weeks per page</a:t>
            </a:r>
          </a:p>
          <a:p>
            <a:pPr>
              <a:defRPr sz="1600"/>
            </a:pPr>
            <a:r>
              <a:t>🎨 Requires professional artistic expertise</a:t>
            </a:r>
          </a:p>
          <a:p>
            <a:pPr>
              <a:defRPr sz="1600"/>
            </a:pPr>
            <a:r>
              <a:t>💰 High production costs</a:t>
            </a:r>
          </a:p>
          <a:p>
            <a:pPr>
              <a:defRPr sz="1600"/>
            </a:pPr>
            <a:r>
              <a:t>🔄 Difficult to iterate and revise</a:t>
            </a:r>
          </a:p>
          <a:p>
            <a:pPr>
              <a:defRPr sz="1600"/>
            </a:pPr>
            <a:r>
              <a:t>📐 Hard to maintain character consistency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✨ Solution: Automated AI-powered manga generation</a:t>
            </a:r>
          </a:p>
          <a:p>
            <a:pPr>
              <a:defRPr sz="1600"/>
            </a:pPr>
            <a:r>
              <a:t>• Generate one-page manga from text in minutes</a:t>
            </a:r>
          </a:p>
          <a:p>
            <a:pPr>
              <a:defRPr sz="1600"/>
            </a:pPr>
            <a:r>
              <a:t>• Maintain character consistency across panels</a:t>
            </a:r>
          </a:p>
          <a:p>
            <a:pPr>
              <a:defRPr sz="1600"/>
            </a:pPr>
            <a:r>
              <a:t>• User-friendly editing and refinement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User Story Input → LangGraph Workflow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LangGraph Pipeline (8 Nodes):</a:t>
            </a:r>
          </a:p>
          <a:p>
            <a:pPr>
              <a:defRPr sz="1600"/>
            </a:pPr>
            <a:r>
              <a:t>  1. Story Refinement</a:t>
            </a:r>
          </a:p>
          <a:p>
            <a:pPr>
              <a:defRPr sz="1600"/>
            </a:pPr>
            <a:r>
              <a:t>  2. Human Review (Interrupt)</a:t>
            </a:r>
          </a:p>
          <a:p>
            <a:pPr>
              <a:defRPr sz="1600"/>
            </a:pPr>
            <a:r>
              <a:t>  3. Feature Extraction</a:t>
            </a:r>
          </a:p>
          <a:p>
            <a:pPr>
              <a:defRPr sz="1600"/>
            </a:pPr>
            <a:r>
              <a:t>  4. Character Design</a:t>
            </a:r>
          </a:p>
          <a:p>
            <a:pPr>
              <a:defRPr sz="1600"/>
            </a:pPr>
            <a:r>
              <a:t>  5. Scene Creation</a:t>
            </a:r>
          </a:p>
          <a:p>
            <a:pPr>
              <a:defRPr sz="1600"/>
            </a:pPr>
            <a:r>
              <a:t>  6. Director Scripting</a:t>
            </a:r>
          </a:p>
          <a:p>
            <a:pPr>
              <a:defRPr sz="1600"/>
            </a:pPr>
            <a:r>
              <a:t>  7. Image Prompt Generation</a:t>
            </a:r>
          </a:p>
          <a:p>
            <a:pPr>
              <a:defRPr sz="1600"/>
            </a:pPr>
            <a:r>
              <a:t>  8. Quality Analysis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FastAPI Backend → Diffusion Server →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LangGraph Workflow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Node 1: Story Refinement</a:t>
            </a:r>
          </a:p>
          <a:p>
            <a:pPr>
              <a:defRPr sz="1400"/>
            </a:pPr>
            <a:r>
              <a:t>• Transform user text to manga style</a:t>
            </a:r>
          </a:p>
          <a:p>
            <a:pPr>
              <a:defRPr sz="1400"/>
            </a:pPr>
            <a:r>
              <a:t>• Add dramatic emotions &amp; onomatopoeia</a:t>
            </a:r>
          </a:p>
          <a:p>
            <a:pPr>
              <a:defRPr sz="1400"/>
            </a:pPr>
            <a:r>
              <a:t>• Output: 4-6 sentence refined story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Node 2: Human Review</a:t>
            </a:r>
          </a:p>
          <a:p>
            <a:pPr>
              <a:defRPr sz="1400"/>
            </a:pPr>
            <a:r>
              <a:t>• Interrupt workflow for user feedback</a:t>
            </a:r>
          </a:p>
          <a:p>
            <a:pPr>
              <a:defRPr sz="1400"/>
            </a:pPr>
            <a:r>
              <a:t>• Persistent checkpointing</a:t>
            </a:r>
          </a:p>
          <a:p>
            <a:pPr>
              <a:defRPr sz="1400"/>
            </a:pPr>
            <a:r>
              <a:t>• Resume from checkpoint after edit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Node 3: Feature Extraction</a:t>
            </a:r>
          </a:p>
          <a:p>
            <a:pPr>
              <a:defRPr sz="1400"/>
            </a:pPr>
            <a:r>
              <a:t>• Extract story elements</a:t>
            </a:r>
          </a:p>
          <a:p>
            <a:pPr>
              <a:defRPr sz="1400"/>
            </a:pPr>
            <a:r>
              <a:t>• Characters, setting, conflict</a:t>
            </a:r>
          </a:p>
          <a:p>
            <a:pPr>
              <a:defRPr sz="1400"/>
            </a:pPr>
            <a:r>
              <a:t>• Mood, tone, sound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Node 4: Character Design</a:t>
            </a:r>
          </a:p>
          <a:p>
            <a:pPr>
              <a:defRPr sz="1400"/>
            </a:pPr>
            <a:r>
              <a:t>• Detailed character profiles</a:t>
            </a:r>
          </a:p>
          <a:p>
            <a:pPr>
              <a:defRPr sz="1400"/>
            </a:pPr>
            <a:r>
              <a:t>• Consistency tokens (IBAD_001)</a:t>
            </a:r>
          </a:p>
          <a:p>
            <a:pPr>
              <a:defRPr sz="1400"/>
            </a:pPr>
            <a:r>
              <a:t>• Physical traits, clothing, expressions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Node 5: Scene Breakdown</a:t>
            </a:r>
          </a:p>
          <a:p>
            <a:pPr>
              <a:defRPr sz="1400"/>
            </a:pPr>
            <a:r>
              <a:t>• Break story into 4-5 scenes</a:t>
            </a:r>
          </a:p>
          <a:p>
            <a:pPr>
              <a:defRPr sz="1400"/>
            </a:pPr>
            <a:r>
              <a:t>• Actions, emotions, dialogues</a:t>
            </a:r>
          </a:p>
          <a:p>
            <a:pPr>
              <a:defRPr sz="1400"/>
            </a:pPr>
            <a:r>
              <a:t>• Visual elements per scene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Node 6: Director Script</a:t>
            </a:r>
          </a:p>
          <a:p>
            <a:pPr>
              <a:defRPr sz="1400"/>
            </a:pPr>
            <a:r>
              <a:t>• Create panel layout (4-5 panels)</a:t>
            </a:r>
          </a:p>
          <a:p>
            <a:pPr>
              <a:defRPr sz="1400"/>
            </a:pPr>
            <a:r>
              <a:t>• Panel descriptions &amp; camera angles</a:t>
            </a:r>
          </a:p>
          <a:p>
            <a:pPr>
              <a:defRPr sz="1400"/>
            </a:pPr>
            <a:r>
              <a:t>• Character actions &amp; dialogues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Image Generation &amp;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Node 7: Image Prompt Generation</a:t>
            </a:r>
          </a:p>
          <a:p>
            <a:pPr>
              <a:defRPr sz="1600"/>
            </a:pPr>
            <a:r>
              <a:t>• Create detailed image prompts (≤70 tokens)</a:t>
            </a:r>
          </a:p>
          <a:p>
            <a:pPr>
              <a:defRPr sz="1600"/>
            </a:pPr>
            <a:r>
              <a:t>• Include consistency tokens</a:t>
            </a:r>
          </a:p>
          <a:p>
            <a:pPr>
              <a:defRPr sz="1600"/>
            </a:pPr>
            <a:r>
              <a:t>• Manga style keywords (screentone, line art)</a:t>
            </a:r>
          </a:p>
          <a:p>
            <a:pPr>
              <a:defRPr sz="1600"/>
            </a:pPr>
            <a:r>
              <a:t>• Camera angles, emotions, sound effects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Node 8: Quality Analysis (Optional)</a:t>
            </a:r>
          </a:p>
          <a:p>
            <a:pPr>
              <a:defRPr sz="1600"/>
            </a:pPr>
            <a:r>
              <a:t>• Collective page analysis</a:t>
            </a:r>
          </a:p>
          <a:p>
            <a:pPr>
              <a:defRPr sz="1600"/>
            </a:pPr>
            <a:r>
              <a:t>• Check character consistency across panels</a:t>
            </a:r>
          </a:p>
          <a:p>
            <a:pPr>
              <a:defRPr sz="1600"/>
            </a:pPr>
            <a:r>
              <a:t>• Evaluate visual continuity &amp; story flow</a:t>
            </a:r>
          </a:p>
          <a:p>
            <a:pPr>
              <a:defRPr sz="1600"/>
            </a:pPr>
            <a:r>
              <a:t>• Auto-regenerate if score &lt; 7.5/10</a:t>
            </a:r>
          </a:p>
          <a:p>
            <a:pPr>
              <a:defRPr sz="1600"/>
            </a:pPr>
            <a:r>
              <a:t>• Max 5 regeneration attempts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FastAPI Backend -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POST /api/generate</a:t>
            </a:r>
          </a:p>
          <a:p>
            <a:pPr>
              <a:defRPr sz="1600"/>
            </a:pPr>
            <a:r>
              <a:t>  • Initial story generation</a:t>
            </a:r>
          </a:p>
          <a:p>
            <a:pPr>
              <a:defRPr sz="1600"/>
            </a:pPr>
            <a:r>
              <a:t>  • Creates session with unique ID</a:t>
            </a:r>
          </a:p>
          <a:p>
            <a:pPr>
              <a:defRPr sz="1600"/>
            </a:pPr>
            <a:r>
              <a:t>  • Returns refined story for review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POST /api/approve</a:t>
            </a:r>
          </a:p>
          <a:p>
            <a:pPr>
              <a:defRPr sz="1600"/>
            </a:pPr>
            <a:r>
              <a:t>  • Resume workflow with user edits</a:t>
            </a:r>
          </a:p>
          <a:p>
            <a:pPr>
              <a:defRPr sz="1600"/>
            </a:pPr>
            <a:r>
              <a:t>  • Generate all panel prompts</a:t>
            </a:r>
          </a:p>
          <a:p>
            <a:pPr>
              <a:defRPr sz="1600"/>
            </a:pPr>
            <a:r>
              <a:t>  • Create images via diffusion server</a:t>
            </a:r>
          </a:p>
          <a:p>
            <a:pPr>
              <a:defRPr sz="1600"/>
            </a:pPr>
            <a:r>
              <a:t>  • Return image URLs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POST /api/regenerate-panel</a:t>
            </a:r>
          </a:p>
          <a:p>
            <a:pPr>
              <a:defRPr sz="1600"/>
            </a:pPr>
            <a:r>
              <a:t>  • Regenerate specific panel with refinements</a:t>
            </a:r>
          </a:p>
          <a:p>
            <a:pPr>
              <a:defRPr sz="1600"/>
            </a:pPr>
            <a:r>
              <a:t>  • Auto-versioning (panel_1.png → panel_1_1.png)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Structured Output with Pydantic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MangaFeatureSchema</a:t>
            </a:r>
          </a:p>
          <a:p>
            <a:pPr>
              <a:defRPr sz="1400"/>
            </a:pPr>
            <a:r>
              <a:t>• main_characters, descriptions</a:t>
            </a:r>
          </a:p>
          <a:p>
            <a:pPr>
              <a:defRPr sz="1400"/>
            </a:pPr>
            <a:r>
              <a:t>• setting, conflict_or_goal</a:t>
            </a:r>
          </a:p>
          <a:p>
            <a:pPr>
              <a:defRPr sz="1400"/>
            </a:pPr>
            <a:r>
              <a:t>• mood_and_tone, sound_effects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CharacterProfile</a:t>
            </a:r>
          </a:p>
          <a:p>
            <a:pPr>
              <a:defRPr sz="1400"/>
            </a:pPr>
            <a:r>
              <a:t>• Physical traits (face, hair, eyes)</a:t>
            </a:r>
          </a:p>
          <a:p>
            <a:pPr>
              <a:defRPr sz="1400"/>
            </a:pPr>
            <a:r>
              <a:t>• Clothing, accessories, colors</a:t>
            </a:r>
          </a:p>
          <a:p>
            <a:pPr>
              <a:defRPr sz="1400"/>
            </a:pPr>
            <a:r>
              <a:t>• consistency_token (unique ID)</a:t>
            </a:r>
          </a:p>
          <a:p>
            <a:pPr>
              <a:defRPr sz="1400"/>
            </a:pPr>
            <a:r>
              <a:t>• visual_reference_prompt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SceneFeature</a:t>
            </a:r>
          </a:p>
          <a:p>
            <a:pPr>
              <a:defRPr sz="1400"/>
            </a:pPr>
            <a:r>
              <a:t>• scene_number, summary</a:t>
            </a:r>
          </a:p>
          <a:p>
            <a:pPr>
              <a:defRPr sz="1400"/>
            </a:pPr>
            <a:r>
              <a:t>• characters, actions, emotions</a:t>
            </a:r>
          </a:p>
          <a:p>
            <a:pPr>
              <a:defRPr sz="1400"/>
            </a:pPr>
            <a:r>
              <a:t>• dialogues, inner_thoughts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Director_Panel</a:t>
            </a:r>
          </a:p>
          <a:p>
            <a:pPr>
              <a:defRPr sz="1400"/>
            </a:pPr>
            <a:r>
              <a:t>• panel_number, scene_description</a:t>
            </a:r>
          </a:p>
          <a:p>
            <a:pPr>
              <a:defRPr sz="1400"/>
            </a:pPr>
            <a:r>
              <a:t>• characters_present, actions</a:t>
            </a:r>
          </a:p>
          <a:p>
            <a:pPr>
              <a:defRPr sz="1400"/>
            </a:pPr>
            <a:r>
              <a:t>• dialogues, sound_effects</a:t>
            </a:r>
          </a:p>
          <a:p>
            <a:pPr>
              <a:defRPr sz="1400"/>
            </a:pPr>
            <a:r>
              <a:t>• visual_elements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MangaImagePrompt</a:t>
            </a:r>
          </a:p>
          <a:p>
            <a:pPr>
              <a:defRPr sz="1400"/>
            </a:pPr>
            <a:r>
              <a:t>• panel_number</a:t>
            </a:r>
          </a:p>
          <a:p>
            <a:pPr>
              <a:defRPr sz="1400"/>
            </a:pPr>
            <a:r>
              <a:t>• image_prompt (complete description)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PromptAnalysisResult</a:t>
            </a:r>
          </a:p>
          <a:p>
            <a:pPr>
              <a:defRPr sz="1400"/>
            </a:pPr>
            <a:r>
              <a:t>• individual panel analyses</a:t>
            </a:r>
          </a:p>
          <a:p>
            <a:pPr>
              <a:defRPr sz="1400"/>
            </a:pPr>
            <a:r>
              <a:t>• overall_score (1-10)</a:t>
            </a:r>
          </a:p>
          <a:p>
            <a:pPr>
              <a:defRPr sz="1400"/>
            </a:pPr>
            <a:r>
              <a:t>• needs_regeneration (bool)</a:t>
            </a:r>
          </a:p>
          <a:p>
            <a:pPr>
              <a:defRPr sz="1400"/>
            </a:pPr>
            <a:r>
              <a:t>• suggested_fixes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Character Consistency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Consistency Tokens:</a:t>
            </a:r>
          </a:p>
          <a:p>
            <a:pPr>
              <a:defRPr sz="1600"/>
            </a:pPr>
            <a:r>
              <a:t>• Each character gets unique ID (IBAD_001, AISHA_002)</a:t>
            </a:r>
          </a:p>
          <a:p>
            <a:pPr>
              <a:defRPr sz="1600"/>
            </a:pPr>
            <a:r>
              <a:t>• Used in EVERY image prompt</a:t>
            </a:r>
          </a:p>
          <a:p>
            <a:pPr>
              <a:defRPr sz="1600"/>
            </a:pPr>
            <a:r>
              <a:t>• Prevents character drift across panels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Visual Reference Prompts:</a:t>
            </a:r>
          </a:p>
          <a:p>
            <a:pPr>
              <a:defRPr sz="1600"/>
            </a:pPr>
            <a:r>
              <a:t>• Detailed physical description</a:t>
            </a:r>
          </a:p>
          <a:p>
            <a:pPr>
              <a:defRPr sz="1600"/>
            </a:pPr>
            <a:r>
              <a:t>• Included with consistency token</a:t>
            </a:r>
          </a:p>
          <a:p>
            <a:pPr>
              <a:defRPr sz="1600"/>
            </a:pPr>
            <a:r>
              <a:t>• Example: 'IBAD_001 (shy anime boy, black hair, navy uniform)'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Prompt Engineering:</a:t>
            </a:r>
          </a:p>
          <a:p>
            <a:pPr>
              <a:defRPr sz="1600"/>
            </a:pPr>
            <a:r>
              <a:t>• Same background description across panels</a:t>
            </a:r>
          </a:p>
          <a:p>
            <a:pPr>
              <a:defRPr sz="1600"/>
            </a:pPr>
            <a:r>
              <a:t>• Consistent lighting and atmosphere</a:t>
            </a:r>
          </a:p>
          <a:p>
            <a:pPr>
              <a:defRPr sz="1600"/>
            </a:pPr>
            <a:r>
              <a:t>• Manga style keywords in every prompt</a:t>
            </a:r>
          </a:p>
          <a:p>
            <a:pPr>
              <a:defRPr sz="1600"/>
            </a:pPr>
            <a:r>
              <a:t>• Self-contained panel descriptions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Session Management &amp; State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In-Memory Session Storage:</a:t>
            </a:r>
          </a:p>
          <a:p>
            <a:pPr>
              <a:defRPr sz="1600"/>
            </a:pPr>
            <a:r>
              <a:t>• Unique session ID per user</a:t>
            </a:r>
          </a:p>
          <a:p>
            <a:pPr>
              <a:defRPr sz="1600"/>
            </a:pPr>
            <a:r>
              <a:t>• Stores workflow instance &amp; config</a:t>
            </a:r>
          </a:p>
          <a:p>
            <a:pPr>
              <a:defRPr sz="1600"/>
            </a:pPr>
            <a:r>
              <a:t>• Tracks all intermediate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LangGraph Checkpointing:</a:t>
            </a:r>
          </a:p>
          <a:p>
            <a:pPr>
              <a:defRPr sz="1600"/>
            </a:pPr>
            <a:r>
              <a:t>• InMemorySaver for state persistence</a:t>
            </a:r>
          </a:p>
          <a:p>
            <a:pPr>
              <a:defRPr sz="1600"/>
            </a:pPr>
            <a:r>
              <a:t>• Resume workflow from any node</a:t>
            </a:r>
          </a:p>
          <a:p>
            <a:pPr>
              <a:defRPr sz="1600"/>
            </a:pPr>
            <a:r>
              <a:t>• Enables human-in-the-loop via interrupt()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Session Lifecycle:</a:t>
            </a:r>
          </a:p>
          <a:p>
            <a:pPr>
              <a:defRPr sz="1600"/>
            </a:pPr>
            <a:r>
              <a:t>1. Create: POST /api/generate</a:t>
            </a:r>
          </a:p>
          <a:p>
            <a:pPr>
              <a:defRPr sz="1600"/>
            </a:pPr>
            <a:r>
              <a:t>2. Resume: POST /api/approve</a:t>
            </a:r>
          </a:p>
          <a:p>
            <a:pPr>
              <a:defRPr sz="1600"/>
            </a:pPr>
            <a:r>
              <a:t>3. Regenerate: POST /api/regenerate-panel</a:t>
            </a:r>
          </a:p>
          <a:p>
            <a:pPr>
              <a:defRPr sz="1600"/>
            </a:pPr>
            <a:r>
              <a:t>4. Cleanup: DELETE /api/session/{id}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Quality Analysis &amp; Regeneration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Collective Page Analysis:</a:t>
            </a:r>
          </a:p>
          <a:p>
            <a:pPr>
              <a:defRPr sz="1600"/>
            </a:pPr>
            <a:r>
              <a:t>• Analyzes ALL panels together (not individually)</a:t>
            </a:r>
          </a:p>
          <a:p>
            <a:pPr>
              <a:defRPr sz="1600"/>
            </a:pPr>
            <a:r>
              <a:t>• Checks character consistency across panels</a:t>
            </a:r>
          </a:p>
          <a:p>
            <a:pPr>
              <a:defRPr sz="1600"/>
            </a:pPr>
            <a:r>
              <a:t>• Evaluates visual continuity &amp; story flow</a:t>
            </a:r>
          </a:p>
          <a:p>
            <a:pPr>
              <a:defRPr sz="1600"/>
            </a:pPr>
            <a:r>
              <a:t>• Assigns quality score 1-10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Regeneration Logic:</a:t>
            </a:r>
          </a:p>
          <a:p>
            <a:pPr>
              <a:defRPr sz="1600"/>
            </a:pPr>
            <a:r>
              <a:t>• If overall_score &lt; 7.5 OR 2+ panels need improvement:</a:t>
            </a:r>
          </a:p>
          <a:p>
            <a:pPr>
              <a:defRPr sz="1600"/>
            </a:pPr>
            <a:r>
              <a:t>  → Regenerate prompts (up to 5 attempts)</a:t>
            </a:r>
          </a:p>
          <a:p>
            <a:pPr>
              <a:defRPr sz="1600"/>
            </a:pPr>
            <a:r>
              <a:t>• Provides specific feedback for improvement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Quality Criteria:</a:t>
            </a:r>
          </a:p>
          <a:p>
            <a:pPr>
              <a:defRPr sz="1600"/>
            </a:pPr>
            <a:r>
              <a:t>✓ Character consistency (same tokens, descriptions)</a:t>
            </a:r>
          </a:p>
          <a:p>
            <a:pPr>
              <a:defRPr sz="1600"/>
            </a:pPr>
            <a:r>
              <a:t>✓ Visual continuity (backgrounds, lighting)</a:t>
            </a:r>
          </a:p>
          <a:p>
            <a:pPr>
              <a:defRPr sz="1600"/>
            </a:pPr>
            <a:r>
              <a:t>✓ Manga style elements (screentone, line art)</a:t>
            </a:r>
          </a:p>
          <a:p>
            <a:pPr>
              <a:defRPr sz="1600"/>
            </a:pPr>
            <a:r>
              <a:t>✓ Logical narrative progression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End-to-End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User submits story → POST /api/generate</a:t>
            </a:r>
          </a:p>
          <a:p>
            <a:pPr>
              <a:defRPr sz="1600"/>
            </a:pPr>
            <a:r>
              <a:t>2. Story refinement (LLM transforms to manga style)</a:t>
            </a:r>
          </a:p>
          <a:p>
            <a:pPr>
              <a:defRPr sz="1600"/>
            </a:pPr>
            <a:r>
              <a:t>3. Review checkpoint → Returns to user</a:t>
            </a:r>
          </a:p>
          <a:p>
            <a:pPr>
              <a:defRPr sz="1600"/>
            </a:pPr>
            <a:r>
              <a:t>4. User edits story → POST /api/approve</a:t>
            </a:r>
          </a:p>
          <a:p>
            <a:pPr>
              <a:defRPr sz="1600"/>
            </a:pPr>
            <a:r>
              <a:t>5. Workflow resumes from checkpoint</a:t>
            </a:r>
          </a:p>
          <a:p>
            <a:pPr>
              <a:defRPr sz="1600"/>
            </a:pPr>
            <a:r>
              <a:t>6. Feature extraction → Character design</a:t>
            </a:r>
          </a:p>
          <a:p>
            <a:pPr>
              <a:defRPr sz="1600"/>
            </a:pPr>
            <a:r>
              <a:t>7. Scene breakdown → Director scripting</a:t>
            </a:r>
          </a:p>
          <a:p>
            <a:pPr>
              <a:defRPr sz="1600"/>
            </a:pPr>
            <a:r>
              <a:t>8. Image prompt generation</a:t>
            </a:r>
          </a:p>
          <a:p>
            <a:pPr>
              <a:defRPr sz="1600"/>
            </a:pPr>
            <a:r>
              <a:t>9. Quality analysis (optional regeneration)</a:t>
            </a:r>
          </a:p>
          <a:p>
            <a:pPr>
              <a:defRPr sz="1600"/>
            </a:pPr>
            <a:r>
              <a:t>10. Generate images via diffusion server</a:t>
            </a:r>
          </a:p>
          <a:p>
            <a:pPr>
              <a:defRPr sz="1600"/>
            </a:pPr>
            <a:r>
              <a:t>11. Save images to disk</a:t>
            </a:r>
          </a:p>
          <a:p>
            <a:pPr>
              <a:defRPr sz="1600"/>
            </a:pPr>
            <a:r>
              <a:t>12. Return URLs to frontend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⏱️ Total time: 2-3 minutes per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Backend:</a:t>
            </a:r>
          </a:p>
          <a:p>
            <a:pPr>
              <a:defRPr sz="1400"/>
            </a:pPr>
            <a:r>
              <a:t>• FastAPI - Web framework</a:t>
            </a:r>
          </a:p>
          <a:p>
            <a:pPr>
              <a:defRPr sz="1400"/>
            </a:pPr>
            <a:r>
              <a:t>• LangGraph - Workflow orchestration</a:t>
            </a:r>
          </a:p>
          <a:p>
            <a:pPr>
              <a:defRPr sz="1400"/>
            </a:pPr>
            <a:r>
              <a:t>• LangChain - LLM integration</a:t>
            </a:r>
          </a:p>
          <a:p>
            <a:pPr>
              <a:defRPr sz="1400"/>
            </a:pPr>
            <a:r>
              <a:t>• Google Gemini 2.5 - Language model</a:t>
            </a:r>
          </a:p>
          <a:p>
            <a:pPr>
              <a:defRPr sz="1400"/>
            </a:pPr>
            <a:r>
              <a:t>• Pydantic 2.0+ - Data validation</a:t>
            </a:r>
          </a:p>
          <a:p>
            <a:pPr>
              <a:defRPr sz="1400"/>
            </a:pPr>
            <a:r>
              <a:t>• Python 3.10+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Frontend:</a:t>
            </a:r>
          </a:p>
          <a:p>
            <a:pPr>
              <a:defRPr sz="1400"/>
            </a:pPr>
            <a:r>
              <a:t>• React 18+ - UI framework</a:t>
            </a:r>
          </a:p>
          <a:p>
            <a:pPr>
              <a:defRPr sz="1400"/>
            </a:pPr>
            <a:r>
              <a:t>• Vite - Build tool</a:t>
            </a:r>
          </a:p>
          <a:p>
            <a:pPr>
              <a:defRPr sz="1400"/>
            </a:pPr>
            <a:r>
              <a:t>• JavaScript/TypeScript</a:t>
            </a:r>
          </a:p>
          <a:p>
            <a:pPr>
              <a:defRPr sz="1400"/>
            </a:pPr>
            <a:r>
              <a:t>•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Machine Learning:</a:t>
            </a:r>
          </a:p>
          <a:p>
            <a:pPr>
              <a:defRPr sz="1400"/>
            </a:pPr>
            <a:r>
              <a:t>• Stable Diffusion (remote server)</a:t>
            </a:r>
          </a:p>
          <a:p>
            <a:pPr>
              <a:defRPr sz="1400"/>
            </a:pPr>
            <a:r>
              <a:t>• PIL (Pillow) - Image handling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Infrastructure:</a:t>
            </a:r>
          </a:p>
          <a:p>
            <a:pPr>
              <a:defRPr sz="1400"/>
            </a:pPr>
            <a:r>
              <a:t>• Docker - Containerization</a:t>
            </a:r>
          </a:p>
          <a:p>
            <a:pPr>
              <a:defRPr sz="1400"/>
            </a:pPr>
            <a:r>
              <a:t>• PostgreSQL (planned)</a:t>
            </a:r>
          </a:p>
          <a:p>
            <a:pPr>
              <a:defRPr sz="1400"/>
            </a:pPr>
            <a:r>
              <a:t>• Redis (planned)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Performance:</a:t>
            </a:r>
          </a:p>
          <a:p>
            <a:pPr>
              <a:defRPr sz="1400"/>
            </a:pPr>
            <a:r>
              <a:t>• LLM: 16-26s, ~3,800 tokens</a:t>
            </a:r>
          </a:p>
          <a:p>
            <a:pPr>
              <a:defRPr sz="1400"/>
            </a:pPr>
            <a:r>
              <a:t>• Image gen: 60-120s (4 panels)</a:t>
            </a:r>
          </a:p>
          <a:p>
            <a:pPr>
              <a:defRPr sz="1400"/>
            </a:pPr>
            <a:r>
              <a:t>• Total: ~2-3 minutes/page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Technical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Sophisticated Workflow Orchestration</a:t>
            </a:r>
          </a:p>
          <a:p>
            <a:pPr>
              <a:defRPr sz="1600"/>
            </a:pPr>
            <a:r>
              <a:t>  • 8-node pipeline with checkpointing</a:t>
            </a:r>
          </a:p>
          <a:p>
            <a:pPr>
              <a:defRPr sz="1600"/>
            </a:pPr>
            <a:r>
              <a:t>  • Human-in-the-loop via REST API</a:t>
            </a:r>
          </a:p>
          <a:p>
            <a:pPr>
              <a:defRPr sz="1600"/>
            </a:pPr>
            <a:r>
              <a:t>  • Resumable across HTTP requests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Character Consistency Innovation</a:t>
            </a:r>
          </a:p>
          <a:p>
            <a:pPr>
              <a:defRPr sz="1600"/>
            </a:pPr>
            <a:r>
              <a:t>  • Consistency tokens prevent drift</a:t>
            </a:r>
          </a:p>
          <a:p>
            <a:pPr>
              <a:defRPr sz="1600"/>
            </a:pPr>
            <a:r>
              <a:t>  • 85-90% visual consistency across panels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Quality Assurance System</a:t>
            </a:r>
          </a:p>
          <a:p>
            <a:pPr>
              <a:defRPr sz="1600"/>
            </a:pPr>
            <a:r>
              <a:t>  • Collective page analysis (not individual)</a:t>
            </a:r>
          </a:p>
          <a:p>
            <a:pPr>
              <a:defRPr sz="1600"/>
            </a:pPr>
            <a:r>
              <a:t>  • Automatic regeneration with feedback</a:t>
            </a:r>
          </a:p>
          <a:p>
            <a:pPr>
              <a:defRPr sz="1600"/>
            </a:pPr>
            <a:r>
              <a:t>  • ~20% regeneration rate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Production-Ready Architecture</a:t>
            </a:r>
          </a:p>
          <a:p>
            <a:pPr>
              <a:defRPr sz="1600"/>
            </a:pPr>
            <a:r>
              <a:t>  • Complete error handling &amp; CORS</a:t>
            </a:r>
          </a:p>
          <a:p>
            <a:pPr>
              <a:defRPr sz="1600"/>
            </a:pPr>
            <a:r>
              <a:t>  • Session management &amp; versioning</a:t>
            </a:r>
          </a:p>
          <a:p>
            <a:pPr>
              <a:defRPr sz="1600"/>
            </a:pPr>
            <a:r>
              <a:t>  • Static file serving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Business Value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Time Reduction: Days → Minutes</a:t>
            </a:r>
          </a:p>
          <a:p>
            <a:pPr>
              <a:defRPr sz="1600"/>
            </a:pPr>
            <a:r>
              <a:t>• Manual: Days to weeks per page</a:t>
            </a:r>
          </a:p>
          <a:p>
            <a:pPr>
              <a:defRPr sz="1600"/>
            </a:pPr>
            <a:r>
              <a:t>• Auto-Manga: 2-3 minutes per page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Cost Savings:</a:t>
            </a:r>
          </a:p>
          <a:p>
            <a:pPr>
              <a:defRPr sz="1600"/>
            </a:pPr>
            <a:r>
              <a:t>• Eliminates need for professional artist</a:t>
            </a:r>
          </a:p>
          <a:p>
            <a:pPr>
              <a:defRPr sz="1600"/>
            </a:pPr>
            <a:r>
              <a:t>• ~$0.15 per page (LLM + API costs)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Accessibility:</a:t>
            </a:r>
          </a:p>
          <a:p>
            <a:pPr>
              <a:defRPr sz="1600"/>
            </a:pPr>
            <a:r>
              <a:t>• Non-artists can create visual stories</a:t>
            </a:r>
          </a:p>
          <a:p>
            <a:pPr>
              <a:defRPr sz="1600"/>
            </a:pPr>
            <a:r>
              <a:t>• Instant iteration and refinement</a:t>
            </a:r>
          </a:p>
          <a:p>
            <a:pPr>
              <a:defRPr sz="1600"/>
            </a:pPr>
            <a:r>
              <a:t>• Democratizes manga creation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Use Cases:</a:t>
            </a:r>
          </a:p>
          <a:p>
            <a:pPr>
              <a:defRPr sz="1600"/>
            </a:pPr>
            <a:r>
              <a:t>• Content creators: Fast prototyping</a:t>
            </a:r>
          </a:p>
          <a:p>
            <a:pPr>
              <a:defRPr sz="1600"/>
            </a:pPr>
            <a:r>
              <a:t>• Publishing: Quick story adaptations</a:t>
            </a:r>
          </a:p>
          <a:p>
            <a:pPr>
              <a:defRPr sz="1600"/>
            </a:pPr>
            <a:r>
              <a:t>• Education: Visualize narratives</a:t>
            </a:r>
          </a:p>
          <a:p>
            <a:pPr>
              <a:defRPr sz="1600"/>
            </a:pPr>
            <a:r>
              <a:t>• Entertainment: Fan art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Comparison with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Manual Creation:</a:t>
            </a:r>
          </a:p>
          <a:p>
            <a:pPr>
              <a:defRPr sz="1600"/>
            </a:pPr>
            <a:r>
              <a:t>  Time: Days | Cost: $$$$ | Consistency: High | Access: Low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Other AI Tools (e.g., ComicAI):</a:t>
            </a:r>
          </a:p>
          <a:p>
            <a:pPr>
              <a:defRPr sz="1600"/>
            </a:pPr>
            <a:r>
              <a:t>  Time: Hours | Cost: $$ | Consistency: Medium | Access: Medium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Auto-Manga:</a:t>
            </a:r>
          </a:p>
          <a:p>
            <a:pPr>
              <a:defRPr sz="1600"/>
            </a:pPr>
            <a:r>
              <a:t>  Time: Minutes | Cost: $ | Consistency: High | Access: High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Unique Advantages:</a:t>
            </a:r>
          </a:p>
          <a:p>
            <a:pPr>
              <a:defRPr sz="1600"/>
            </a:pPr>
            <a:r>
              <a:t>✓ True human-in-the-loop workflow</a:t>
            </a:r>
          </a:p>
          <a:p>
            <a:pPr>
              <a:defRPr sz="1600"/>
            </a:pPr>
            <a:r>
              <a:t>✓ Consistency tokens for character stability</a:t>
            </a:r>
          </a:p>
          <a:p>
            <a:pPr>
              <a:defRPr sz="1600"/>
            </a:pPr>
            <a:r>
              <a:t>✓ Collective quality analysis</a:t>
            </a:r>
          </a:p>
          <a:p>
            <a:pPr>
              <a:defRPr sz="1600"/>
            </a:pPr>
            <a:r>
              <a:t>✓ Panel-level refinement</a:t>
            </a:r>
          </a:p>
          <a:p>
            <a:pPr>
              <a:defRPr sz="1600"/>
            </a:pPr>
            <a:r>
              <a:t>✓ Production-ready REST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Short Term (1-2 months):</a:t>
            </a:r>
          </a:p>
          <a:p>
            <a:pPr>
              <a:defRPr sz="1600"/>
            </a:pPr>
            <a:r>
              <a:t>• Style selection (manga, comic, anime)</a:t>
            </a:r>
          </a:p>
          <a:p>
            <a:pPr>
              <a:defRPr sz="1600"/>
            </a:pPr>
            <a:r>
              <a:t>• Database-backed sessions (PostgreSQL)</a:t>
            </a:r>
          </a:p>
          <a:p>
            <a:pPr>
              <a:defRPr sz="1600"/>
            </a:pPr>
            <a:r>
              <a:t>• User authentication &amp; dashboard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Medium Term (3-6 months):</a:t>
            </a:r>
          </a:p>
          <a:p>
            <a:pPr>
              <a:defRPr sz="1600"/>
            </a:pPr>
            <a:r>
              <a:t>• Multi-page story support (5-10 pages)</a:t>
            </a:r>
          </a:p>
          <a:p>
            <a:pPr>
              <a:defRPr sz="1600"/>
            </a:pPr>
            <a:r>
              <a:t>• Character reference image upload</a:t>
            </a:r>
          </a:p>
          <a:p>
            <a:pPr>
              <a:defRPr sz="1600"/>
            </a:pPr>
            <a:r>
              <a:t>• Story variation generation</a:t>
            </a:r>
          </a:p>
          <a:p>
            <a:pPr>
              <a:defRPr sz="1600"/>
            </a:pPr>
            <a:r>
              <a:t>• Export to PDF/ebook formats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Long Term (6+ months):</a:t>
            </a:r>
          </a:p>
          <a:p>
            <a:pPr>
              <a:defRPr sz="1600"/>
            </a:pPr>
            <a:r>
              <a:t>• Mobile apps (iOS/Android)</a:t>
            </a:r>
          </a:p>
          <a:p>
            <a:pPr>
              <a:defRPr sz="1600"/>
            </a:pPr>
            <a:r>
              <a:t>• Community sharing platform</a:t>
            </a:r>
          </a:p>
          <a:p>
            <a:pPr>
              <a:defRPr sz="1600"/>
            </a:pPr>
            <a:r>
              <a:t>• API marketplace &amp; monetization</a:t>
            </a:r>
          </a:p>
          <a:p>
            <a:pPr>
              <a:defRPr sz="1600"/>
            </a:pPr>
            <a:r>
              <a:t>• Publishing platform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Auto-Manga demonstrates: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🎯 Advanced AI orchestration with LangGraph</a:t>
            </a:r>
          </a:p>
          <a:p>
            <a:pPr>
              <a:defRPr sz="1600"/>
            </a:pPr>
            <a:r>
              <a:t>🔄 Production-ready human-in-the-loop workflows</a:t>
            </a:r>
          </a:p>
          <a:p>
            <a:pPr>
              <a:defRPr sz="1600"/>
            </a:pPr>
            <a:r>
              <a:t>🎨 Innovative consistency techniques</a:t>
            </a:r>
          </a:p>
          <a:p>
            <a:pPr>
              <a:defRPr sz="1600"/>
            </a:pPr>
            <a:r>
              <a:t>📊 Intelligent quality assurance systems</a:t>
            </a:r>
          </a:p>
          <a:p>
            <a:pPr>
              <a:defRPr sz="1600"/>
            </a:pPr>
            <a:r>
              <a:t>🚀 Full-stack modern architecture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Learning outcomes:</a:t>
            </a:r>
          </a:p>
          <a:p>
            <a:pPr>
              <a:defRPr sz="1600"/>
            </a:pPr>
            <a:r>
              <a:t>• Multi-agent systems &amp; LLM orchestration</a:t>
            </a:r>
          </a:p>
          <a:p>
            <a:pPr>
              <a:defRPr sz="1600"/>
            </a:pPr>
            <a:r>
              <a:t>• Prompt engineering for consistency</a:t>
            </a:r>
          </a:p>
          <a:p>
            <a:pPr>
              <a:defRPr sz="1600"/>
            </a:pPr>
            <a:r>
              <a:t>• State management in stateless APIs</a:t>
            </a:r>
          </a:p>
          <a:p>
            <a:pPr>
              <a:defRPr sz="1600"/>
            </a:pPr>
            <a:r>
              <a:t>• Quality analysis for AI outputs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Let's create manga, one panel at a time! 🎨✨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  <a:p/>
          <a:p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Auto-Manga: AI-Powered Manga Generation System</a:t>
            </a:r>
          </a:p>
          <a:p>
            <a:r>
              <a:t>LangGraph • FastAPI • Google Gemini • Stable Diffusion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